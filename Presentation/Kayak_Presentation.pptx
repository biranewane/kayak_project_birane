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822960"/>
            <a:ext cx="2377440" cy="2377440"/>
          </a:xfrm>
          <a:prstGeom prst="ellipse">
            <a:avLst/>
          </a:prstGeom>
          <a:solidFill>
            <a:srgbClr val="14BDAC">
              <a:alpha val="25000"/>
            </a:srgbClr>
          </a:solidFill>
          <a:ln w="12700">
            <a:solidFill>
              <a:srgbClr val="14BDA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365760"/>
            <a:ext cx="1463040" cy="1463040"/>
          </a:xfrm>
          <a:prstGeom prst="ellipse">
            <a:avLst/>
          </a:prstGeom>
          <a:solidFill>
            <a:srgbClr val="14BDAC">
              <a:alpha val="45000"/>
            </a:srgbClr>
          </a:solidFill>
          <a:ln w="12700">
            <a:solidFill>
              <a:srgbClr val="14BDA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0D7377">
              <a:alpha val="35000"/>
            </a:srgbClr>
          </a:solidFill>
          <a:ln w="12700">
            <a:solidFill>
              <a:srgbClr val="0D7377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1645920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Projet Kayak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de destinations basée sur la météo et les hôtels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3708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JEDHA  —  Bloc 1  —  Data Collection &amp;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Problématique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256032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051560"/>
            <a:ext cx="2560320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0472" y="1399032"/>
            <a:ext cx="585216" cy="585216"/>
          </a:xfrm>
          <a:prstGeom prst="ellipse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90472" y="13990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meilleures destinations kayak en France selon la météo et les hôtels disponibles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56032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51560"/>
            <a:ext cx="2560320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79392" y="1399032"/>
            <a:ext cx="585216" cy="585216"/>
          </a:xfrm>
          <a:prstGeom prst="ellipse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79392" y="13990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Données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74720" y="23317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Combiner APIs météo, géocodage et scraping Booking en un pipeline automatisé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0760" y="1051560"/>
            <a:ext cx="256032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051560"/>
            <a:ext cx="2560320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68312" y="1399032"/>
            <a:ext cx="585216" cy="585216"/>
          </a:xfrm>
          <a:prstGeom prst="ellipse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68312" y="13990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17920" y="1828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Livrable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63640" y="23317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dataset exploitable, une base SQL et des cartes interactives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du pipeline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78408" y="1280160"/>
            <a:ext cx="329184" cy="329184"/>
          </a:xfrm>
          <a:prstGeom prst="ellipse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8408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57784" y="1737360"/>
            <a:ext cx="1170432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57784" y="173736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7784" y="246888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villes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28216" y="2066544"/>
            <a:ext cx="201168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19656" y="1947672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7377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50008" y="1280160"/>
            <a:ext cx="329184" cy="329184"/>
          </a:xfrm>
          <a:prstGeom prst="ellipse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29384" y="1737360"/>
            <a:ext cx="1170432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929384" y="173736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9384" y="246888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jours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99816" y="2066544"/>
            <a:ext cx="201168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91256" y="1947672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7377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21608" y="1280160"/>
            <a:ext cx="329184" cy="329184"/>
          </a:xfrm>
          <a:prstGeom prst="ellipse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21608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00984" y="1737360"/>
            <a:ext cx="1170432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00984" y="173736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météo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00984" y="246888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71416" y="2066544"/>
            <a:ext cx="201168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62856" y="1947672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7377"/>
                </a:solidFill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93208" y="1280160"/>
            <a:ext cx="329184" cy="329184"/>
          </a:xfrm>
          <a:prstGeom prst="ellipse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93208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72584" y="1737360"/>
            <a:ext cx="1170432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72584" y="173736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72584" y="246888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hôtels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43016" y="2066544"/>
            <a:ext cx="201168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34456" y="1947672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7377"/>
                </a:solidFill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64808" y="1280160"/>
            <a:ext cx="329184" cy="329184"/>
          </a:xfrm>
          <a:prstGeom prst="ellipse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64808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44184" y="1737360"/>
            <a:ext cx="1170432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044184" y="173736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SQL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44184" y="246888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lignes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214616" y="2066544"/>
            <a:ext cx="201168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06056" y="1947672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7377"/>
                </a:solidFill>
              </a:rPr>
              <a:t>▶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836408" y="1280160"/>
            <a:ext cx="329184" cy="329184"/>
          </a:xfrm>
          <a:prstGeom prst="ellipse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36408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415784" y="1737360"/>
            <a:ext cx="1170432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415784" y="173736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415784" y="246888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cartes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14400" y="3291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étape collecte, transforme ou stocke les données du projet.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48640" y="3794760"/>
            <a:ext cx="804672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48640" y="3794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des coordonnées  →  Météo  →  Classement  →  Hôtels  →  Stockage  →  Visualisation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Géocodage — Nominatim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3566160"/>
          </a:xfrm>
          <a:prstGeom prst="rect">
            <a:avLst/>
          </a:prstGeom>
          <a:solidFill>
            <a:srgbClr val="EEF7F7"/>
          </a:solidFill>
          <a:ln w="12700">
            <a:solidFill>
              <a:srgbClr val="EEF7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64008" cy="3566160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97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propos de l'API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OpenStreetMap — gratuite, pas de clé requise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villes françaises géocodées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latitude + longitude par ville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 : 1 requête/seconde max (time.sleep)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005840"/>
          <a:ext cx="3840480" cy="2560320"/>
        </p:xfrm>
        <a:graphic>
          <a:graphicData uri="http://schemas.openxmlformats.org/drawingml/2006/table">
            <a:tbl>
              <a:tblPr/>
              <a:tblGrid>
                <a:gridCol w="1554480"/>
                <a:gridCol w="1143000"/>
                <a:gridCol w="1143000"/>
              </a:tblGrid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Latitude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Longitude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Avignon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Marseille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Strasbourg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Biarritz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Annecy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846320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Extrait des 35 villes géocodées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Météo &amp; Score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  /forecast  —  plan gratuit  —  prévisions 5 jours / 3h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7680960" cy="71323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2588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100  −  |temp−24|×2  −  pop×30  −  pluie×1.5  −  vent×0.8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1828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331720"/>
            <a:ext cx="1828800" cy="73152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Température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 pts/°C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d’écart à 24°C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51760" y="2331720"/>
            <a:ext cx="1828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51760" y="2331720"/>
            <a:ext cx="1828800" cy="73152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2468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Probabilité pluie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29260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 pts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100%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2331720"/>
            <a:ext cx="1828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2331720"/>
            <a:ext cx="1828800" cy="73152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468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Pluie totale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29260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−1.5 pt/mm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0" y="2331720"/>
            <a:ext cx="1828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75120" y="2331720"/>
            <a:ext cx="1828800" cy="73152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2468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66560" y="29260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−0.8 pt/m·s⁻¹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5 destinations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3474720"/>
        </p:xfrm>
        <a:graphic>
          <a:graphicData uri="http://schemas.openxmlformats.org/drawingml/2006/table">
            <a:tbl>
              <a:tblPr/>
              <a:tblGrid>
                <a:gridCol w="1005840"/>
                <a:gridCol w="1920240"/>
                <a:gridCol w="1097280"/>
                <a:gridCol w="1280160"/>
                <a:gridCol w="1280160"/>
                <a:gridCol w="1463040"/>
              </a:tblGrid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🥇 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Bayonne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89.37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19.7°C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 mm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 m/s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🥈 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Aix-en-Provence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20.0°C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 mm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 m/s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🥉 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Montauban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19.1°C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 mm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 m/s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Nîmes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19.6°C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 mm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 m/s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Avignon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19.5°C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 mm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 m/s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Scraping Booking — ScrapingBee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65760" y="960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Problème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2527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bloque les requêtes Python directes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420624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7373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ScrapingBee agit comme un vrai navigateur avec proxy furtif + rendu JavaScript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Stratégie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0815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variantes d'URL testées par ville — on garde la première valide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9601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hôtels extraits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21762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par ville × 5 villes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94960" y="2587752"/>
            <a:ext cx="29260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74920" y="2770632"/>
            <a:ext cx="3566160" cy="457200"/>
          </a:xfrm>
          <a:prstGeom prst="rect">
            <a:avLst/>
          </a:prstGeom>
          <a:solidFill>
            <a:srgbClr val="F4F6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27706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data-testid='property-card'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technique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98348" y="105156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98348" y="1051560"/>
            <a:ext cx="64008" cy="1417320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2940" y="1559052"/>
            <a:ext cx="402336" cy="40233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2940" y="15590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75004" y="1234440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Nominatim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5004" y="1645920"/>
            <a:ext cx="1837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Géocodage gratuit OpenStreetMap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68980" y="105156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8980" y="1051560"/>
            <a:ext cx="64008" cy="1417320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33572" y="1559052"/>
            <a:ext cx="402336" cy="40233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33572" y="15590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45636" y="1234440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OpenWeather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45636" y="1645920"/>
            <a:ext cx="1837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Prévisions météo 5 jours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9612" y="105156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9612" y="1051560"/>
            <a:ext cx="64008" cy="1417320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04204" y="1559052"/>
            <a:ext cx="402336" cy="40233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04204" y="15590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16268" y="1234440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ScrapingBee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16268" y="1645920"/>
            <a:ext cx="1837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JS anti-bot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8348" y="2670048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8348" y="2670048"/>
            <a:ext cx="64008" cy="1417320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2940" y="3177540"/>
            <a:ext cx="402336" cy="40233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" y="31775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75004" y="2852928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BeautifulSoup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75004" y="3264408"/>
            <a:ext cx="1837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HTML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68980" y="2670048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68980" y="2670048"/>
            <a:ext cx="64008" cy="1417320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33572" y="3177540"/>
            <a:ext cx="402336" cy="40233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33572" y="31775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945636" y="2852928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 Neon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945636" y="3264408"/>
            <a:ext cx="1837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cloud serverless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039612" y="2670048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39612" y="2670048"/>
            <a:ext cx="64008" cy="1417320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04204" y="3177540"/>
            <a:ext cx="402336" cy="40233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04204" y="31775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716268" y="2852928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Folium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16268" y="3264408"/>
            <a:ext cx="1837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interactives HTML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0D7377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011680" cy="2011680"/>
          </a:xfrm>
          <a:prstGeom prst="ellipse">
            <a:avLst/>
          </a:prstGeom>
          <a:solidFill>
            <a:srgbClr val="14BDAC">
              <a:alpha val="15000"/>
            </a:srgbClr>
          </a:solidFill>
          <a:ln w="12700">
            <a:solidFill>
              <a:srgbClr val="14BDAC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Résultats &amp; Bilan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828800" cy="17373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31520" y="208483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géocodées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51760" y="1097280"/>
            <a:ext cx="1828800" cy="17373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1887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2743200" y="208483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hôtels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scrapés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1828800" cy="17373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1887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4754880" y="208483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générées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675120" y="1097280"/>
            <a:ext cx="1828800" cy="17373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11887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6766560" y="208483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SQL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chargée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  Nominatim → OpenWeather → Booking → Neon → Folium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0D7377">
              <a:alpha val="50000"/>
            </a:srgbClr>
          </a:solidFill>
          <a:ln w="12700">
            <a:solidFill>
              <a:srgbClr val="0D7377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4805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JEDHA  —  Bloc 1  —  Data Collection &amp; Management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Kayak</dc:title>
  <dc:subject>PptxGenJS Presentation</dc:subject>
  <dc:creator>JEDHA — Bloc 1</dc:creator>
  <cp:lastModifiedBy>JEDHA — Bloc 1</cp:lastModifiedBy>
  <cp:revision>1</cp:revision>
  <dcterms:created xsi:type="dcterms:W3CDTF">2026-05-18T13:06:22Z</dcterms:created>
  <dcterms:modified xsi:type="dcterms:W3CDTF">2026-05-18T13:06:22Z</dcterms:modified>
</cp:coreProperties>
</file>